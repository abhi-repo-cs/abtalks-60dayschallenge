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424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142644"/>
                </a:solidFill>
              </a:defRPr>
            </a:pPr>
            <a:r>
              <a:t>CustomerIQ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" y="2487168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008791"/>
                </a:solidFill>
              </a:defRPr>
            </a:pPr>
            <a:r>
              <a:t>Turning Customer Data into Business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" y="365760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748"/>
                </a:solidFill>
              </a:defRPr>
            </a:pPr>
            <a:r>
              <a:t>60 Days Data Science Challenge  •  Day 58</a:t>
            </a:r>
            <a:br/>
            <a:r>
              <a:t>Capstone Demo &amp;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CUSTOMERIQ  |  DAY 58 CAPSTONE  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644"/>
                </a:solidFill>
                <a:latin typeface="Aptos Display"/>
              </a:defRPr>
            </a:pPr>
            <a:r>
              <a:t>The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0058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CustomerIQ | Day 58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Customer and transaction data can be difficult to translate into clear decisions.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Teams need to understand customer behavior and identify meaningful customer groups.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They also need signals for churn-risk review and a view of potential revenue trends.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Goal: create one workflow from raw data to insights and recommended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9788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6E7D"/>
                </a:solidFill>
              </a:defRPr>
            </a:pPr>
            <a:r>
              <a:t>Presenter note: Frame these as the problem CustomerIQ addresses—not as proven business findings.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CUSTOMERIQ  |  DAY 58 CAPSTONE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644"/>
                </a:solidFill>
                <a:latin typeface="Aptos Display"/>
              </a:defRPr>
            </a:pPr>
            <a:r>
              <a:t>CustomerIQ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0058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CustomerIQ | Day 58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Customer and revenue KPI analytics</a:t>
            </a:r>
          </a:p>
          <a:p>
            <a:pPr>
              <a:spcAft>
                <a:spcPts val="14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RFM analysis: Recency, Frequency, Monetary value</a:t>
            </a:r>
          </a:p>
          <a:p>
            <a:pPr>
              <a:spcAft>
                <a:spcPts val="14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Customer segmentation using K-Means or the implemented clustering approach</a:t>
            </a:r>
          </a:p>
          <a:p>
            <a:pPr>
              <a:spcAft>
                <a:spcPts val="14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Churn-risk classification to support customer prioritization</a:t>
            </a:r>
          </a:p>
          <a:p>
            <a:pPr>
              <a:spcAft>
                <a:spcPts val="14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Revenue/demand forecasting and dashboard-based exploration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9788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6E7D"/>
                </a:solidFill>
              </a:defRPr>
            </a:pPr>
            <a:r>
              <a:t>Presenter note: Only call a module implemented if it works in the current project/demo.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CUSTOMERIQ  |  DAY 58 CAPSTONE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644"/>
                </a:solidFill>
                <a:latin typeface="Aptos Display"/>
              </a:defRPr>
            </a:pPr>
            <a:r>
              <a:t>From data to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0058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CustomerIQ | Day 58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1. Load customer / transaction data</a:t>
            </a:r>
          </a:p>
          <a:p>
            <a:pPr>
              <a:spcAft>
                <a:spcPts val="14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2. Validate, clean, and preprocess with Pandas</a:t>
            </a:r>
          </a:p>
          <a:p>
            <a:pPr>
              <a:spcAft>
                <a:spcPts val="14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3. Engineer features, including RFM where appropriate</a:t>
            </a:r>
          </a:p>
          <a:p>
            <a:pPr>
              <a:spcAft>
                <a:spcPts val="14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4. Run analytics and models: segmentation, churn, forecasting</a:t>
            </a:r>
          </a:p>
          <a:p>
            <a:pPr>
              <a:spcAft>
                <a:spcPts val="14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5. Visualize with Plotly and present through Streamlit</a:t>
            </a:r>
          </a:p>
          <a:p>
            <a:pPr>
              <a:spcAft>
                <a:spcPts val="14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6. Review insights and choose business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9788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6E7D"/>
                </a:solidFill>
              </a:defRPr>
            </a:pPr>
            <a:r>
              <a:t>Presenter note: Replace this text flow with a diagram or screenshot if possible.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CUSTOMERIQ  |  DAY 58 CAPSTONE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644"/>
                </a:solidFill>
                <a:latin typeface="Aptos Display"/>
              </a:defRPr>
            </a:pPr>
            <a:r>
              <a:t>Customer analytics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0058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CustomerIQ | Day 58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Customer count: [insert verified value]</a:t>
            </a:r>
          </a:p>
          <a:p>
            <a:pPr>
              <a:spcAft>
                <a:spcPts val="14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Revenue / sales: [insert verified value and period]</a:t>
            </a:r>
          </a:p>
          <a:p>
            <a:pPr>
              <a:spcAft>
                <a:spcPts val="14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Churn rate: [insert verified value, definition, and period]</a:t>
            </a:r>
          </a:p>
          <a:p>
            <a:pPr>
              <a:spcAft>
                <a:spcPts val="14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High-risk customers: [insert verified value and threshold]</a:t>
            </a:r>
          </a:p>
          <a:p>
            <a:pPr>
              <a:spcAft>
                <a:spcPts val="14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Use the dashboard to explore trends, segments, and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9788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6E7D"/>
                </a:solidFill>
              </a:defRPr>
            </a:pPr>
            <a:r>
              <a:t>Presenter note: Use actual app values only; label sample or synthetic data clearly.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CUSTOMERIQ  |  DAY 58 CAPSTONE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644"/>
                </a:solidFill>
                <a:latin typeface="Aptos Display"/>
              </a:defRPr>
            </a:pPr>
            <a:r>
              <a:t>Customer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0058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CustomerIQ | Day 58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RFM describes how recently and frequently customers purchase and how much they spend.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Clustering groups customers with similar behavioral patterns.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Profile each segment before assigning a business label.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Possible actions: tailored engagement, loyalty offers, or service follow-up.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9788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6E7D"/>
                </a:solidFill>
              </a:defRPr>
            </a:pPr>
            <a:r>
              <a:t>Presenter note: Use actual segment names and counts. Premium / Standard / Value are examples only.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CUSTOMERIQ  |  DAY 58 CAPSTONE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644"/>
                </a:solidFill>
                <a:latin typeface="Aptos Display"/>
              </a:defRPr>
            </a:pPr>
            <a:r>
              <a:t>Churn-risk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0058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CustomerIQ | Day 58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Estimate which customers may warrant closer review.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Treat model output as a risk signal—not a certainty or causal explanation.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Evaluate with precision, recall, F1, ROC-AUC, and a confusion matrix where suitable.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Prioritize human review and validate actions before claiming impact.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9788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6E7D"/>
                </a:solidFill>
              </a:defRPr>
            </a:pPr>
            <a:r>
              <a:t>Presenter note: Add only verified model metrics and the evaluation split/method.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CUSTOMERIQ  |  DAY 58 CAPSTONE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644"/>
                </a:solidFill>
                <a:latin typeface="Aptos Display"/>
              </a:defRPr>
            </a:pPr>
            <a:r>
              <a:t>Revenue / demand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0058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CustomerIQ | Day 58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Use historical time-series data to estimate future trends over a stated horizon.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Compare the model with a simple baseline and a held-out time period.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Report MAE / RMSE / MAPE only where appropriate and actually measured.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Use the forecast as planning support, not a guarantee.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9788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6E7D"/>
                </a:solidFill>
              </a:defRPr>
            </a:pPr>
            <a:r>
              <a:t>Presenter note: If forecasting is not live in the dashboard, show the actual notebook/report and say 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CUSTOMERIQ  |  DAY 58 CAPSTONE 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644"/>
                </a:solidFill>
                <a:latin typeface="Aptos Display"/>
              </a:defRPr>
            </a:pPr>
            <a:r>
              <a:t>Insights → possible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0058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CustomerIQ | Day 58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Review high-value customers who also have elevated churn risk.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Tailor campaigns to observed customer segment behavior.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Use revenue trends to inform planning when supported by the data.</a:t>
            </a:r>
          </a:p>
          <a:p>
            <a:pPr>
              <a:spcAft>
                <a:spcPts val="1400"/>
              </a:spcAft>
              <a:defRPr sz="2200">
                <a:solidFill>
                  <a:srgbClr val="2D3748"/>
                </a:solidFill>
                <a:latin typeface="Aptos"/>
              </a:defRPr>
            </a:pPr>
            <a:r>
              <a:t>Track outcomes and test whether actions produce measurable improvement.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9788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6E7D"/>
                </a:solidFill>
              </a:defRPr>
            </a:pPr>
            <a:r>
              <a:t>Presenter note: Separate observed results from proposed recommendations; do not invent uplift.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CUSTOMERIQ  |  DAY 58 CAPSTONE             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644"/>
                </a:solidFill>
                <a:latin typeface="Aptos Display"/>
              </a:defRPr>
            </a:pPr>
            <a:r>
              <a:t>Demo, 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0058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CustomerIQ | Day 58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480560"/>
          </a:xfrm>
          <a:prstGeom prst="rect">
            <a:avLst/>
          </a:prstGeom>
          <a:noFill/>
        </p:spPr>
        <p:txBody>
          <a:bodyPr wrap="square" lIns="109728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Demo path: dashboard overview → segments → churn-risk view → forecast → actions.</a:t>
            </a:r>
          </a:p>
          <a:p>
            <a:pPr>
              <a:spcAft>
                <a:spcPts val="14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Strengthen validation on representative data; check leakage and class imbalance.</a:t>
            </a:r>
          </a:p>
          <a:p>
            <a:pPr>
              <a:spcAft>
                <a:spcPts val="14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Monitor data quality and model drift; protect customer privacy.</a:t>
            </a:r>
          </a:p>
          <a:p>
            <a:pPr>
              <a:spcAft>
                <a:spcPts val="14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GitHub: [insert actual repository URL]</a:t>
            </a:r>
          </a:p>
          <a:p>
            <a:pPr>
              <a:spcAft>
                <a:spcPts val="1400"/>
              </a:spcAft>
              <a:defRPr sz="2000">
                <a:solidFill>
                  <a:srgbClr val="2D3748"/>
                </a:solidFill>
                <a:latin typeface="Aptos"/>
              </a:defRPr>
            </a:pPr>
            <a:r>
              <a:t>Live dashboard: customerdashboard-iejuws2ipk46pqkefelix3.streamlit.app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9788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6E7D"/>
                </a:solidFill>
              </a:defRPr>
            </a:pPr>
            <a:r>
              <a:t>Presenter note: Finish with the real repository and demo-video links.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CUSTOMERIQ  |  DAY 58 CAPSTONE                                  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